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005840"/>
            <a:ext cx="64008" cy="3108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Mukti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594360" y="1920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(मुक्ति — Liberation)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Under-trial Legal Lifeline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" y="30175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bail application system giving families the legal map they need to set their loved ones free.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2025  ·  Team of 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457200"/>
            <a:ext cx="2286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0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</a:t>
            </a:r>
            <a:endParaRPr lang="en-US" sz="2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2"/>
          </a:solidFill>
          <a:ln w="12700">
            <a:solidFill>
              <a:srgbClr val="0A16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brother has been in prison for 11 months. He was never convicted. We don't know what to do.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Family of an under-trial prisoner, Rajasthan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457200"/>
            <a:ext cx="4023360" cy="1325880"/>
          </a:xfrm>
          <a:prstGeom prst="rect">
            <a:avLst/>
          </a:prstGeom>
          <a:solidFill>
            <a:srgbClr val="132336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548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937760" y="11704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prisoners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under-trials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965960"/>
            <a:ext cx="4023360" cy="1325880"/>
          </a:xfrm>
          <a:prstGeom prst="rect">
            <a:avLst/>
          </a:prstGeom>
          <a:solidFill>
            <a:srgbClr val="132336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057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550K+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937760" y="2679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awaiting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right now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3474720"/>
            <a:ext cx="4023360" cy="1325880"/>
          </a:xfrm>
          <a:prstGeom prst="rect">
            <a:avLst/>
          </a:prstGeom>
          <a:solidFill>
            <a:srgbClr val="132336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566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937760" y="4187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with no legal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or support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NCRB Prison Statistics India 2023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People Rot in Jail?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always guilt. It's often ignorance of the law, buried paperwork, and no one in their corner.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54864" cy="15087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They're Eligible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24128" y="190195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are unaware that their loved one qualifies for bail under BNSS Section 479 or Section 436.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371600"/>
            <a:ext cx="54864" cy="15087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745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in Paperwork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367528" y="190195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sheets can run 500+ pages. FIRs are handwritten. No one reads them end-to-end.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5760" y="30632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3063240"/>
            <a:ext cx="54864" cy="15087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661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 Lawyer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24128" y="35935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aid exists but is underfunded and overwhelmed. Families show up with nothing.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30632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3063240"/>
            <a:ext cx="54864" cy="15087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5661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67528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Hearings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367528" y="35935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miss court dates because they don't know when they are. The case stalls for months.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Project Mukti Does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replace lawyers. We make sure families can walk into a legal aid clinic with the right document.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2011680" cy="3200400"/>
          </a:xfrm>
          <a:prstGeom prst="rect">
            <a:avLst/>
          </a:prstGeom>
          <a:solidFill>
            <a:srgbClr val="132336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scans the handwritten FIR. AI Vision digitizes it instantly.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3017520"/>
            <a:ext cx="164592" cy="0"/>
          </a:xfrm>
          <a:prstGeom prst="line">
            <a:avLst/>
          </a:prstGeom>
          <a:noFill/>
          <a:ln w="254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67712" y="28346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7E8C"/>
                </a:solidFill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50592" y="1417320"/>
            <a:ext cx="2011680" cy="3200400"/>
          </a:xfrm>
          <a:prstGeom prst="rect">
            <a:avLst/>
          </a:prstGeom>
          <a:solidFill>
            <a:srgbClr val="132336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542032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42032" y="27889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charge sheet against BNSS law to find bail eligibility.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62272" y="3017520"/>
            <a:ext cx="164592" cy="0"/>
          </a:xfrm>
          <a:prstGeom prst="line">
            <a:avLst/>
          </a:prstGeom>
          <a:noFill/>
          <a:ln w="2540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28346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7E8C"/>
                </a:solidFill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26864" y="1417320"/>
            <a:ext cx="2011680" cy="3200400"/>
          </a:xfrm>
          <a:prstGeom prst="rect">
            <a:avLst/>
          </a:prstGeom>
          <a:solidFill>
            <a:srgbClr val="132336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718304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Application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18304" y="27889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ready-to-file 3-page bail application is generated with exact legal sections cited.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38544" y="3017520"/>
            <a:ext cx="164592" cy="0"/>
          </a:xfrm>
          <a:prstGeom prst="line">
            <a:avLst/>
          </a:prstGeom>
          <a:noFill/>
          <a:ln w="25400">
            <a:solidFill>
              <a:srgbClr val="0A7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0256" y="28346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7E8C"/>
                </a:solidFill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03136" y="1417320"/>
            <a:ext cx="2011680" cy="3200400"/>
          </a:xfrm>
          <a:prstGeom prst="rect">
            <a:avLst/>
          </a:prstGeom>
          <a:solidFill>
            <a:srgbClr val="132336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894576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Aid Clinic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94576" y="27889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walks in with a document. Advocate reviews and files. Hearing gets scheduled.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It's Built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4864" cy="6858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24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entire charge sheets (100-500 pages) + full BNSS law in one pass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64792"/>
            <a:ext cx="54864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OCR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FIRs digitized via Claude Vision — no scanner required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69464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69464"/>
            <a:ext cx="54864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– BNSS 2023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8895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Nagarik Suraksha Sanhita indexed as vector DB; replaces the old CrPC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74136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374136"/>
            <a:ext cx="54864" cy="6858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38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6941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confidence score is rule-based (days in custody, offence type) + AI explanation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78808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178808"/>
            <a:ext cx="54864" cy="6858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Output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498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generated in Hindi, Marathi, Bengali — not just English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914400"/>
            <a:ext cx="283464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4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claude-sonnet-4-5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72200" y="20208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Vision (FIR OCR)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72200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Tools / Function Calling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72200" y="3044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eCourts API (CNR lookup)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72200" y="35570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Twilio SMS reminders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7220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FastAPI + React frontend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That Matter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743200" cy="1691640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Ready-to-File Bail Application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draft citing exact BNSS sections, automatically formatted for a court filing.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1005840"/>
            <a:ext cx="2743200" cy="1691640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887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3192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 Output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42900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 Hindi, Marathi, Bengali — accessible to the actual families who need them.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72200" y="1005840"/>
            <a:ext cx="2743200" cy="1691640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Date Reminders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35508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WhatsApp/SMS alerts via Twilio so families never miss a court date again.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20040" y="2926080"/>
            <a:ext cx="2743200" cy="1691640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3090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0292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advocate or paralegal must click Approve before any document is finalized. AI assists, humans decide.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246120" y="2926080"/>
            <a:ext cx="2743200" cy="1691640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0896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31920" y="3090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eCourts Case Tracking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342900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CNR number and fetch live case status directly from the eCourts portal.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172200" y="2926080"/>
            <a:ext cx="2743200" cy="1691640"/>
          </a:xfrm>
          <a:prstGeom prst="rect">
            <a:avLst/>
          </a:prstGeom>
          <a:solidFill>
            <a:srgbClr val="132336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0896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58000" y="3090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Architecture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635508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uses anonymised data. Production runs on-premise. No real prisoner data goes to third-party APIs.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Go Wrong — And What We Did About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AI Hallucination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explicitly states: 'Section 479 BNSS appears applicable based on the charge sheet. A licensed advocate must confirm and file.' We give families a map — not a verdict.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Replacing Lawyers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554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'Approve' button is mandatory. The AI generates a draft; the advocate reviews, amends, and files. We expand access, not circumvent expertise.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97180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Wrong Legal Section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520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index BNSS 2023 (not outdated CrPC). Confidence score is deterministic: days in custody + offence type + charge-filing delay. No AI guesswork.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297180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 Privacy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3520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demo uses synthetic/anonymised FIRs. Production design: on-premise deployment. No real prisoner data ever reaches a third-party server.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 Behind Mukti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28600" y="1005840"/>
            <a:ext cx="1645920" cy="3794760"/>
          </a:xfrm>
          <a:prstGeom prst="rect">
            <a:avLst/>
          </a:prstGeom>
          <a:solidFill>
            <a:srgbClr val="132336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05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645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Lead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22402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 digitisation via Vision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284378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BNSS long-context analysis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344728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Bail section identification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405079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Confidence score logic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84248" y="1005840"/>
            <a:ext cx="1645920" cy="3794760"/>
          </a:xfrm>
          <a:prstGeom prst="rect">
            <a:avLst/>
          </a:prstGeom>
          <a:solidFill>
            <a:srgbClr val="132336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1005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075688" y="1645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75688" y="22402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FastAPI /process-case endpoint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75688" y="284378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eCourts CNR integration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75688" y="344728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Case status tracker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75688" y="405079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Twilio SMS/WhatsApp reminders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39896" y="1005840"/>
            <a:ext cx="1645920" cy="3794760"/>
          </a:xfrm>
          <a:prstGeom prst="rect">
            <a:avLst/>
          </a:prstGeom>
          <a:solidFill>
            <a:srgbClr val="132336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9896" y="1005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831336" y="1645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31336" y="22402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Upload + manual FIR form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31336" y="284378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Bail application preview UI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31336" y="344728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Multilingual output toggle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31336" y="405079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Human-in-the-loop Approve flow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95544" y="1005840"/>
            <a:ext cx="1645920" cy="3794760"/>
          </a:xfrm>
          <a:prstGeom prst="rect">
            <a:avLst/>
          </a:prstGeom>
          <a:solidFill>
            <a:srgbClr val="132336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5544" y="1005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586984" y="1645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Legal Specialist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86984" y="22402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BNSS 2023 vector indexing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86984" y="284378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Section reference accuracy audit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86984" y="344728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Section 479 / 436 mapping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86984" y="405079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Legal disclaimer language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51192" y="1005840"/>
            <a:ext cx="1645920" cy="3794760"/>
          </a:xfrm>
          <a:prstGeom prst="rect">
            <a:avLst/>
          </a:prstGeom>
          <a:solidFill>
            <a:srgbClr val="132336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51192" y="1005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342632" y="1645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Presentation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42632" y="22402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Adversarial edge-case testing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42632" y="284378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Hallucination mitigation review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42632" y="344728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Demo script and pitch deck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42632" y="405079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Rubric alignment &amp; storytelling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Benefits — And How Far It Can Reach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972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84048" y="21031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into legal aid with a prepared document instead of nothing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450592" y="10058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0972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42032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Aid Advocates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560320" y="21031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pre-identified bail arguments — spend time filing, not searching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626864" y="10058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0972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18304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Under-trials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736592" y="21031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saved is a day of freedom — for someone who hasn't even been convicted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03136" y="10058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10972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94576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Countries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912864" y="21031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RAG PDF for Pakistan's CrPC or Bangladesh's law — new market in a day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5720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Scaling is one line of code: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BNSS PDF in the RAG database for Pakistan's CrPC, Bangladesh's penal code, or Kenya's Criminal Procedure Act. Same system. New country.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280160"/>
            <a:ext cx="64008" cy="2651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18872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Justice shouldn't depend 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whether you can afford a lawyer.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94360" y="2880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Mukti gives every family the same starting point: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document, the right legal argument, in the right language.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decide. We empower.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436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Mukti  ·  Hackathon 2025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73152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0" dirty="0">
                <a:solidFill>
                  <a:srgbClr val="0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मुक्ति</a:t>
            </a:r>
            <a:endParaRPr lang="en-US" sz="8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Mukti – Hackathon Presentation</dc:title>
  <dc:subject>PptxGenJS Presentation</dc:subject>
  <dc:creator>PptxGenJS</dc:creator>
  <cp:lastModifiedBy>PptxGenJS</cp:lastModifiedBy>
  <cp:revision>1</cp:revision>
  <dcterms:created xsi:type="dcterms:W3CDTF">2026-05-05T19:17:57Z</dcterms:created>
  <dcterms:modified xsi:type="dcterms:W3CDTF">2026-05-05T19:17:57Z</dcterms:modified>
</cp:coreProperties>
</file>